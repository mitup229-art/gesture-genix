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3152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GESTURE GENIX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00E07A"/>
                </a:solidFill>
              </a:rPr>
              <a:t>AI-Based Hand Sign Interpreter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6400800" cy="254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MCA Capstone Project  ·  Computer Vision +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1463040" cy="3200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9684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MediaPipe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931920"/>
            <a:ext cx="1463040" cy="3200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39684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OpenCV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931920"/>
            <a:ext cx="146304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39684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scikit-learn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931920"/>
            <a:ext cx="14630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39684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pyttsx3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99AA"/>
                </a:solidFill>
              </a:rPr>
              <a:t>Real-time  ·  Offline  ·  CPU-only  ·  No special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The communication barrier between sign language users and the hearing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73152" cy="53035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466 million+ people worldwide are deaf or hard of hearing  (WHO,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Sign language is the primary communication mode for the deaf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Most hearing people cannot understand sign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Real-time interpreters are expensive and not always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41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Existing software solutions require complex hardware (depth cameras, gloves)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◆  No lightweight, offline, CPU-only open solution exists for everyday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04020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07A"/>
                </a:solidFill>
              </a:rPr>
              <a:t>💡  Goal: Build a real-time hand gesture recognizer that works on any laptop webcam — no internet, no GPU, no special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1. Detect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Locate and track the user's hand in real time using webcam feed (≥ 25 fps)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4300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23444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2. Extract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60020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Use MediaPipe to extract 21 precise hand keypoints → 42 normalised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9" y="114300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9" y="123444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3. Train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160020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Train a lightweight MLP model on collected gesture data (accuracy &gt; 90%)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4. Recognize gestures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Classify 10 ASL/ISL-inspired hand signs in real time with confidence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324612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3337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5. Build sentences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370332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Accumulate gestures into natural language sentences (NLP de-dup + token mapping)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3246120"/>
            <a:ext cx="3749039" cy="18288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33375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6. Speak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3703320"/>
            <a:ext cx="34747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Convert the assembled sentence to speech via text-to-speech when the signer pauses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End-to-end pipeline from webcam to spoken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B2"/>
                </a:solidFill>
              </a:rPr>
              <a:t>📷  Webcam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OpenCV VideoCapture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2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9384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07A"/>
                </a:solidFill>
              </a:rPr>
              <a:t>🖐  MediaPipe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21 Hand Landmarks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3864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⚙ 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42-feature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1496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🧠  MLP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sklearn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9128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B2"/>
                </a:solidFill>
              </a:rPr>
              <a:t>📊  Vote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10-frame majority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07A"/>
                </a:solidFill>
              </a:rPr>
              <a:t>📝  NLP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SentenceBuffer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88036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94392" y="2377440"/>
            <a:ext cx="1417320" cy="1371600"/>
          </a:xfrm>
          <a:prstGeom prst="rect">
            <a:avLst/>
          </a:prstGeom>
          <a:solidFill>
            <a:srgbClr val="1B2B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7544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🔊  TTS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7544" y="3063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pyttsx3 (offline)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99AA"/>
                </a:solidFill>
              </a:rPr>
              <a:t>Each stage is isolated in a separate Python module — changes to one never break others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6232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2-3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4392" y="3840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Phase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capture.py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56232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landmark_utils.py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3864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data_collector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train_classifier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128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inference.py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nlp_layer.py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94392" y="409651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07A"/>
                </a:solidFill>
              </a:rPr>
              <a:t>inference.py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All open-source · No paid API · No GPU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645920" cy="530352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8872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097280"/>
            <a:ext cx="1097280" cy="530352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18872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097280"/>
            <a:ext cx="2560320" cy="530352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18872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097280"/>
            <a:ext cx="5760720" cy="530352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18872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Why this choice?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27632"/>
            <a:ext cx="1645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078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mediapipe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627632"/>
            <a:ext cx="109728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1700784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0.10.35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627632"/>
            <a:ext cx="25603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170078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Hand landmark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627632"/>
            <a:ext cx="57607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1700784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21-point hand skeleton at real-time 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57984"/>
            <a:ext cx="1645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23113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opencv-python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2157984"/>
            <a:ext cx="109728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223113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5.0.0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157984"/>
            <a:ext cx="25603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223113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Webcam + frame processing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157984"/>
            <a:ext cx="57607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231136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Industry standard for computer vision in Python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88336"/>
            <a:ext cx="1645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276148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numpy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688336"/>
            <a:ext cx="109728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3392" y="2761488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1.26.4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2688336"/>
            <a:ext cx="25603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0672" y="276148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Numerical computations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688336"/>
            <a:ext cx="57607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2761488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Pinned &lt;2.0 for mediapipe C-extension ABI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18688"/>
            <a:ext cx="1645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29184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scikit-learn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3218688"/>
            <a:ext cx="109728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3392" y="32918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1.9.x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3218688"/>
            <a:ext cx="25603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0672" y="329184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MLP classifier + scaling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218688"/>
            <a:ext cx="57607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329184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Lightweight, trains in &lt;30s, 95–99% accuracy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49040"/>
            <a:ext cx="1645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82219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pandas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3749040"/>
            <a:ext cx="109728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3392" y="3822192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3.0.x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3749040"/>
            <a:ext cx="25603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0672" y="382219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Dataset CSV management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749040"/>
            <a:ext cx="57607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3822192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Easy read/write of landmark training 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279392"/>
            <a:ext cx="1645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435254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joblib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4279392"/>
            <a:ext cx="109728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3392" y="4352544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1.6.x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279392"/>
            <a:ext cx="25603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90672" y="435254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Save/load trained 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4279392"/>
            <a:ext cx="57607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50992" y="4352544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Efficient pickle for sklearn pipelines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809744"/>
            <a:ext cx="1645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488289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700"/>
                </a:solidFill>
              </a:rPr>
              <a:t>pyttsx3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0240" y="4809744"/>
            <a:ext cx="109728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93392" y="488289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2.99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4809744"/>
            <a:ext cx="25603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90672" y="488289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Text-to-speech output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809744"/>
            <a:ext cx="57607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50992" y="4882896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Fully offline, uses Windows SAPI — no API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MediaPipe Hand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Phase 1 — Extracting 21 precise hand keypoints per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Hand Landmark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07A"/>
                </a:solidFill>
              </a:rPr>
              <a:t>     8    12   16   20
     |     |    |    |
     7    11   15   19
     |     |    |    |
     6    10   14   18
     |     |    |    |
  4  5     9   13   17
  |  |
  3  └── 0 (WRIST)
  |
  2
  |
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0=Wrist  4=Thumb tip  8=Index tip  12=Middle  16=Ring  20=Pinky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430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21 Landmarks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9047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Each with (x, y, z) coordinates, normalised 0.0–1.0 relative to frame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75688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07568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Uses mediapipe.tasks.vision.HandLandmarker — the modern replacement for mp.solutions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008376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00837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IMAGE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5584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Every frame processed independently. Model auto-downloaded (~30 MB) on first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941064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94106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 use x, y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8853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z-depth is unreliable on standard webcams and adds noise — discarded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73752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87375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42 features/frame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221224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21 landmarks × 2 coordinates = 42 float values per frame fed to the ML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806440"/>
            <a:ext cx="64008" cy="7772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806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Real-time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15391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Processes at 25–30+ fps on a standard laptop CPU — no GPU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Feature Extraction &amp;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Making features independent of hand position, size, and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4206240"/>
          </a:xfrm>
          <a:prstGeom prst="rect">
            <a:avLst/>
          </a:prstGeom>
          <a:solidFill>
            <a:srgbClr val="1B2B3E"/>
          </a:solidFill>
          <a:ln w="317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4572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Step 1: Translate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Subtract wrist position (landmark 0)
from all 21 landmarks
raw[i] = raw[i] − raw[0]
✓ Hand position in frame no longer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143000"/>
            <a:ext cx="3749039" cy="4206240"/>
          </a:xfrm>
          <a:prstGeom prst="rect">
            <a:avLst/>
          </a:prstGeom>
          <a:solidFill>
            <a:srgbClr val="1B2B3E"/>
          </a:solidFill>
          <a:ln w="317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143000"/>
            <a:ext cx="3749039" cy="457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Step 2: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6916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Divide by bounding-box diagonal
diag = √((xmax−xmin)² + (ymax−ymin)²)
raw = raw ÷ diag
✓ Distance from camera no longer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143000"/>
            <a:ext cx="3749039" cy="4206240"/>
          </a:xfrm>
          <a:prstGeom prst="rect">
            <a:avLst/>
          </a:prstGeom>
          <a:solidFill>
            <a:srgbClr val="1B2B3E"/>
          </a:solidFill>
          <a:ln w="317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143000"/>
            <a:ext cx="3749039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Step 3: Flatten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16916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Reshape (21, 2) → (42,)
[x0,y0, x1,y1, … x20,y20]
✓ Ready as input to the ML model
42 float32 values per 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577840"/>
            <a:ext cx="11521440" cy="1005840"/>
          </a:xfrm>
          <a:prstGeom prst="rect">
            <a:avLst/>
          </a:prstGeom>
          <a:solidFill>
            <a:srgbClr val="003518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235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E07A"/>
                </a:solidFill>
              </a:rPr>
              <a:t>Result: 42 normalised features that represent hand SHAPE only — invariant to WHO signs, WHERE their hand is, and HOW FAR from camera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Multi-Layer Perceptron (MLP) Neural Network via scikit-learn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Network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3840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Input:  42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3840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8833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Dense:  128 neurons · ReLU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369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419856"/>
            <a:ext cx="3840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29584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Dense:  64 neurons  · ReLU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782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61104"/>
            <a:ext cx="3840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083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Dense:  32 neurons  · 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9194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02352"/>
            <a:ext cx="3840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Output:  10 classes  · Softmax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188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Training Configuration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691640"/>
            <a:ext cx="6217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Adam (adaptive learning rate)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267712"/>
            <a:ext cx="6217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359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359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ReLU (all hidden layers)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843784"/>
            <a:ext cx="6217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9352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Max iterations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9352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500  (early stopping enabled)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419856"/>
            <a:ext cx="6217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35112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Early stopping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5112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Stops when val-loss stagnates 20 epochs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995928"/>
            <a:ext cx="6217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4087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Train/Test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087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80% train  |  20% test  (stratified)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4572000"/>
            <a:ext cx="6217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5-fold cross-validation on full dataset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5148072"/>
            <a:ext cx="6217920" cy="530352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2395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Training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239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&lt; 30 seconds on CPU for 10 gestures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5724144"/>
            <a:ext cx="6217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58155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2"/>
                </a:solidFill>
              </a:rPr>
              <a:t>Expected accuracy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8155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95 – 99% on clean, varied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6172200"/>
            <a:ext cx="6217920" cy="502920"/>
          </a:xfrm>
          <a:prstGeom prst="rect">
            <a:avLst/>
          </a:prstGeom>
          <a:solidFill>
            <a:srgbClr val="002030"/>
          </a:solidFill>
          <a:ln w="127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61996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B2"/>
                </a:solidFill>
              </a:rPr>
              <a:t>Why MLP, not CNN?  CNN needs 640×480×3 = 921K inputs + hours of GPU training. MLP on 42 MediaPipe keypoints trains in 30s at 95%+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Phase 2 —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Interactive webcam-based labeled dataset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840480" cy="530352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10 Gesture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hello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558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788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8348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017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169164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170992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 love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251460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2532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333756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35584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3410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thumbs 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416052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41788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thumbs 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4983480"/>
            <a:ext cx="320040" cy="4114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1720" y="50017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11887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Controls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1645920"/>
            <a:ext cx="137160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17190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Keys 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1737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Select the active gesture to record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331720"/>
            <a:ext cx="137160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24048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Key  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423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Toggle recording ON / 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017520"/>
            <a:ext cx="137160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3090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Key 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Print sample count summary to terminal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703320"/>
            <a:ext cx="137160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3776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Key  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794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Quit (data auto-saved after every sample)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Data Quality Tips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846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Collect 150–200 samples per gesture for best accuracy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Vary hand angle (tilt left, right, rotate) while recording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577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Vary distance: hold hand near, then far from camera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5943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Move hand to different positions in the frame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309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Data appended live to CSV — safe to quit at any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Phase 3 — Training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Train the gesture classifier and validate with multiple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Load landmarks.csv  →  pandas DataFrame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Separate features (X: 42 cols) and labels (y: gesture name)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Label encode: 'hello'→0, 'yes'→1, … (LabelEncoder)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Stratified 80/20 train/test split  →  guarantees all classes in both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Fit pipeline: StandardScaler  →  MLPClassifier(128-64-32)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Evaluate: accuracy, precision/recall/F1, confusion matrix, 5-fold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Save: gesture_classifier.pkl  +  label_map.json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94960" cy="5029200"/>
          </a:xfrm>
          <a:prstGeom prst="rect">
            <a:avLst/>
          </a:prstGeom>
          <a:solidFill>
            <a:srgbClr val="1B2B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Evaluation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&gt; 95%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313432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5-Fold CV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95–99% ± 1–2%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971800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0083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Precision /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083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Per-class F1 score in classification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630168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6667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Confusion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6667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Shows which gesture pairs get confused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288536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25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Training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25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&lt; 30 seconds on CPU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946904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Model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~ 500 KB  (.pkl file)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605272"/>
            <a:ext cx="5212080" cy="635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20100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📌  Confusion matrix tip: If gesture A is often predicted as gesture B, collect more data for those two with exaggerated pose differences.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Phase 4-5 — Live Inference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Real-time gesture classification with jitter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1. Frame captured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459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OpenCV VideoCapture reads BGR 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14300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2. BGR → 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16459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MediaPipe requires RGB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14300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7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3. Hand detected?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6459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HandLandmarker.detect() → hand_landmarks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8892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4. Extract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extract_landmarks() → (42,) normalised vector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78892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5. 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pipeline.predict_proba() → probability per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278892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2880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6. Confidence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2918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conf &lt; 0.70 → discard (too uncertain)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43484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526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7. Majority vote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PredictionBuffer: last 10 frames → most common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443484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4526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8. NLP layer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SentenceBuffer.push() → de-dup + token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4434840"/>
            <a:ext cx="3657600" cy="14630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4526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9. Hand pause?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hand for ≥ 1.2s → flush buffer → TTS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35040"/>
            <a:ext cx="11521440" cy="594360"/>
          </a:xfrm>
          <a:prstGeom prst="rect">
            <a:avLst/>
          </a:prstGeom>
          <a:solidFill>
            <a:srgbClr val="1B2B3E"/>
          </a:solidFill>
          <a:ln w="127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080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HUD overlay: current gesture (confidence %)  |  live sentence buffer  |  last spoken sentence  |  key hints: q=quit  s=speak  c=clear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NLP Layer + Text-to-Speech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Turning a stream of gesture tokens into spoken sentences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SentenceBuffer  (nlp_layer.py)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011680" cy="3657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push(token)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Add token only if different from previous
→ eliminates repetition from stable gestures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2011680" cy="3657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712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token_to_word()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Map raw label to display form:
'thank_you' → 'thank you'
'i_love_you' → 'I love you'
'thumbs_up' → 'good'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2011680" cy="3657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684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peek()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Read current sentence without clearing:
→ shown live on-screen HUD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2011680" cy="3657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flush()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Return sentence string AND clear buffer:
→ called when hand pause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5120640" cy="822960"/>
          </a:xfrm>
          <a:prstGeom prst="rect">
            <a:avLst/>
          </a:prstGeom>
          <a:solidFill>
            <a:srgbClr val="003015"/>
          </a:solidFill>
          <a:ln w="127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7667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07A"/>
                </a:solidFill>
              </a:rPr>
              <a:t>Example:
hello → yes → yes → no → thank_you
→ "hello yes no thank you"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97280"/>
            <a:ext cx="5669280" cy="5303520"/>
          </a:xfrm>
          <a:prstGeom prst="rect">
            <a:avLst/>
          </a:prstGeom>
          <a:solidFill>
            <a:srgbClr val="1B2B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Text-to-Speech  (pyttsx3)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Fully offline — uses Windows SAPI voice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037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No API key, no internet connection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15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Runs in a background daemon thread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27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Video loop never blocks waiting for speech to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398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Speech rate set to 160 words/minute (natural pace)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Gracefully disabled if pyttsx3 fails to init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64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New engine instance per speak call (thread-safe)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760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🔊  Triggered when hand absent ≥ 1.2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Project 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Clean separation of concerns across 7 source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config.py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002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Shared constants: all paths, gesture labels, thresholds.
Edit here to change any setting project-wide.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143000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7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landmark_utils.py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7" y="16002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MediaPipe Tasks API wrapper. The ONLY file that
talks to MediaPipe. 3 public functions: extract,
get_results, draw_landmarks.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5694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capture.py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95351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Phase 1 sanity check. Confirm webcam opens and
landmarks draw. Run at start of every dev session.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496312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7" y="25694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data_collector.py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7" y="295351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Phase 2 interactive data tool. Keyboard-driven
recording. Appends to CSV live (crash-safe).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49624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9227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train_classifier.py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306824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Phase 3 training. Loads CSV → trains sklearn pipeline
→ prints metrics → saves .pkl + label_map.json.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849624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7" y="39227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2"/>
                </a:solidFill>
              </a:rPr>
              <a:t>nlp_layer.py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7" y="4306824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Sentence building. De-duplication, token mapping,
SentenceBuffer class. Extension point for NLP polish.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202936"/>
            <a:ext cx="5669280" cy="1234440"/>
          </a:xfrm>
          <a:prstGeom prst="rect">
            <a:avLst/>
          </a:prstGeom>
          <a:solidFill>
            <a:srgbClr val="1B2B3E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52760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inference.py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660136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Phase 4-5 main loop. Classify → majority vote →
sentence buffer → TTS on hand pause.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Future Extensions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Planned enhancements beyond the core capstone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69280" cy="1645920"/>
          </a:xfrm>
          <a:prstGeom prst="rect">
            <a:avLst/>
          </a:prstGeom>
          <a:solidFill>
            <a:srgbClr val="1B2B3E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669280" cy="4572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978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🤖  NLP Fluency Polish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73352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Pass the SentenceBuffer output through a small transformer model (e.g. facebook/bart-base) to generate grammatically fluent sentences instead of raw token concatenation.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53512"/>
            <a:ext cx="5669280" cy="164592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53512"/>
            <a:ext cx="5669280" cy="457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008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🌐 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48386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Flask + flask-socketio to stream live video frames to a browser. Show the live transcript, gesture history, and vocabulary on a styled web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764024"/>
            <a:ext cx="5669280" cy="1645920"/>
          </a:xfrm>
          <a:prstGeom prst="rect">
            <a:avLst/>
          </a:prstGeom>
          <a:solidFill>
            <a:srgbClr val="1B2B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764024"/>
            <a:ext cx="56692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818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💾  History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29437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SQLite database to log every spoken sentence with timestamp. History viewer page in the web dashboard for reviewing past sessions.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143000"/>
            <a:ext cx="5669280" cy="1645920"/>
          </a:xfrm>
          <a:prstGeom prst="rect">
            <a:avLst/>
          </a:prstGeom>
          <a:solidFill>
            <a:srgbClr val="1B2B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1143000"/>
            <a:ext cx="566928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11978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⚙  Custom Training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1673352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Web form to define new gestures, record samples, trigger retraining, and hot-reload the model in inference.py — no restart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53512"/>
            <a:ext cx="5669280" cy="1645920"/>
          </a:xfrm>
          <a:prstGeom prst="rect">
            <a:avLst/>
          </a:prstGeom>
          <a:solidFill>
            <a:srgbClr val="1B2B3E"/>
          </a:solidFill>
          <a:ln w="25400">
            <a:solidFill>
              <a:srgbClr val="00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53512"/>
            <a:ext cx="5669280" cy="45720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0083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📱  TFLite / Edge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48386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Convert the sklearn MLP to ONNX then TFLite for mobile deployment on Android devices. No laptop needed — gesture recognition on phone.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07A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73152" cy="50292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Real-time hand skeleton tracking at 25+ fps using MediaPipe Tasks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42-feature normalised landmark vector — position, size, and person invariant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Interactive data collection tool with live progress HUD and crash-safe CSV append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MLP classifier (128→64→32) achieves 95–99% accuracy in &lt; 30 seconds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369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Majority-vote prediction buffer eliminates per-frame 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NLP sentence buffer with de-duplication and natural word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611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Offline text-to-speech in a background thread — video loop never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Fully modular codebase — 7 focused files with clean separation of concerns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  ✅  Runs on any laptop CPU — no GPU, no internet, no paid API, no special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003015"/>
          </a:solidFill>
          <a:ln w="1905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E07A"/>
                </a:solidFill>
              </a:rPr>
              <a:t>Gesture Genix demonstrates that accurate, real-time sign language interpretation is achievable with minimal hardware using modern open-source computer vision tools.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73152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00E07A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7560"/>
            <a:ext cx="6400800" cy="254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📁  Project:  Gesture Genix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507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🛠  Stack:   Python · OpenCV · MediaPipe · scikit-learn · pyttsx3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811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🚀  Run:     cd src  →  python inference.py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99AA"/>
                </a:solidFill>
              </a:rPr>
              <a:t>MCA Capstone Project  ·  AI-Based Hand Sign Interpreter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